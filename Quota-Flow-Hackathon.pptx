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6da3bf13fb4629" /><Relationship Type="http://schemas.openxmlformats.org/officeDocument/2006/relationships/extended-properties" Target="/docProps/app.xml" Id="R4d95ee2d4022470d" /><Relationship Type="http://schemas.openxmlformats.org/officeDocument/2006/relationships/officeDocument" Target="/ppt/presentation.xml" Id="R0d96c361548345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ad124617fe4e71"/>
  </p:sldMasterIdLst>
  <p:notesMasterIdLst>
    <p:notesMasterId xmlns:r="http://schemas.openxmlformats.org/officeDocument/2006/relationships" r:id="R13219c51c5a54129"/>
  </p:notesMasterIdLst>
  <p:sldIdLst>
    <p:sldId xmlns:r="http://schemas.openxmlformats.org/officeDocument/2006/relationships" id="256" r:id="R3184f9c547e946da"/>
    <p:sldId xmlns:r="http://schemas.openxmlformats.org/officeDocument/2006/relationships" id="257" r:id="Rdfca198e707d407d"/>
    <p:sldId xmlns:r="http://schemas.openxmlformats.org/officeDocument/2006/relationships" id="258" r:id="Rb07342abd1d24402"/>
    <p:sldId xmlns:r="http://schemas.openxmlformats.org/officeDocument/2006/relationships" id="259" r:id="R7036002251754944"/>
    <p:sldId xmlns:r="http://schemas.openxmlformats.org/officeDocument/2006/relationships" id="260" r:id="Rbd220e5ce3fb4f96"/>
    <p:sldId xmlns:r="http://schemas.openxmlformats.org/officeDocument/2006/relationships" id="261" r:id="R27bfb2715b70402f"/>
    <p:sldId xmlns:r="http://schemas.openxmlformats.org/officeDocument/2006/relationships" id="262" r:id="R72e1ed5da90640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3dadaefffd432f" /><Relationship Type="http://schemas.openxmlformats.org/officeDocument/2006/relationships/slideMaster" Target="/ppt/slideMasters/slideMaster1.xml" Id="R9ead124617fe4e71" /><Relationship Type="http://schemas.openxmlformats.org/officeDocument/2006/relationships/notesMaster" Target="/ppt/notesMasters/notesMaster1.xml" Id="R13219c51c5a54129" /><Relationship Type="http://schemas.openxmlformats.org/officeDocument/2006/relationships/presProps" Target="/ppt/presProps.xml" Id="Re9aaae086bfd469d" /><Relationship Type="http://schemas.openxmlformats.org/officeDocument/2006/relationships/tableStyles" Target="/ppt/tableStyles.xml" Id="Re3d73853dada48be" /><Relationship Type="http://schemas.openxmlformats.org/officeDocument/2006/relationships/slide" Target="/ppt/slides/slide1.xml" Id="R3184f9c547e946da" /><Relationship Type="http://schemas.openxmlformats.org/officeDocument/2006/relationships/slide" Target="/ppt/slides/slide2.xml" Id="Rdfca198e707d407d" /><Relationship Type="http://schemas.openxmlformats.org/officeDocument/2006/relationships/slide" Target="/ppt/slides/slide3.xml" Id="Rb07342abd1d24402" /><Relationship Type="http://schemas.openxmlformats.org/officeDocument/2006/relationships/slide" Target="/ppt/slides/slide4.xml" Id="R7036002251754944" /><Relationship Type="http://schemas.openxmlformats.org/officeDocument/2006/relationships/slide" Target="/ppt/slides/slide5.xml" Id="Rbd220e5ce3fb4f96" /><Relationship Type="http://schemas.openxmlformats.org/officeDocument/2006/relationships/slide" Target="/ppt/slides/slide6.xml" Id="R27bfb2715b70402f" /><Relationship Type="http://schemas.openxmlformats.org/officeDocument/2006/relationships/slide" Target="/ppt/slides/slide7.xml" Id="R72e1ed5da90640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76bcccff234a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57d47852c4404e" /><Relationship Type="http://schemas.openxmlformats.org/officeDocument/2006/relationships/notesMaster" Target="/ppt/notesMasters/notesMaster1.xml" Id="Re0f5b13cc37b4b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77cf6896f4443e" /><Relationship Type="http://schemas.openxmlformats.org/officeDocument/2006/relationships/notesMaster" Target="/ppt/notesMasters/notesMaster1.xml" Id="R934e6a2e4c3040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abec5e806240f2" /><Relationship Type="http://schemas.openxmlformats.org/officeDocument/2006/relationships/notesMaster" Target="/ppt/notesMasters/notesMaster1.xml" Id="R168b16a2cc6041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b57006ddaf483f" /><Relationship Type="http://schemas.openxmlformats.org/officeDocument/2006/relationships/notesMaster" Target="/ppt/notesMasters/notesMaster1.xml" Id="R976662f2d8f340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6c8281048d4c62" /><Relationship Type="http://schemas.openxmlformats.org/officeDocument/2006/relationships/notesMaster" Target="/ppt/notesMasters/notesMaster1.xml" Id="R5e2ead31240d46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5d987ef9e6423c" /><Relationship Type="http://schemas.openxmlformats.org/officeDocument/2006/relationships/notesMaster" Target="/ppt/notesMasters/notesMaster1.xml" Id="Ra048e6bd9b7e4a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6c541b83d64028" /><Relationship Type="http://schemas.openxmlformats.org/officeDocument/2006/relationships/notesMaster" Target="/ppt/notesMasters/notesMaster1.xml" Id="R959def875f8a46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c71e5ecd045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76894780d54420" /><Relationship Type="http://schemas.openxmlformats.org/officeDocument/2006/relationships/slideLayout" Target="/ppt/slideLayouts/slideLayout1.xml" Id="Rae368ba9c1b24c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368ba9c1b24c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163ae8b01495f" /><Relationship Type="http://schemas.openxmlformats.org/officeDocument/2006/relationships/notesSlide" Target="/ppt/notesSlides/notesSlide1.xml" Id="R03ef3794f9094a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e44184bdd417a" /><Relationship Type="http://schemas.openxmlformats.org/officeDocument/2006/relationships/notesSlide" Target="/ppt/notesSlides/notesSlide2.xml" Id="Rd0c3fa2a38954f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eda70ebd7479d" /><Relationship Type="http://schemas.openxmlformats.org/officeDocument/2006/relationships/notesSlide" Target="/ppt/notesSlides/notesSlide3.xml" Id="R320080f7176b44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2f2bc7db6423f" /><Relationship Type="http://schemas.openxmlformats.org/officeDocument/2006/relationships/notesSlide" Target="/ppt/notesSlides/notesSlide4.xml" Id="Rd6ee580674ef49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8372b7e154182" /><Relationship Type="http://schemas.openxmlformats.org/officeDocument/2006/relationships/notesSlide" Target="/ppt/notesSlides/notesSlide5.xml" Id="Rc1bf04730e2a4a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e48657cdc4b6d" /><Relationship Type="http://schemas.openxmlformats.org/officeDocument/2006/relationships/notesSlide" Target="/ppt/notesSlides/notesSlide6.xml" Id="Rfc7b4a74b3294e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b607d08c54792" /><Relationship Type="http://schemas.openxmlformats.org/officeDocument/2006/relationships/notesSlide" Target="/ppt/notesSlides/notesSlide7.xml" Id="Rbb3b1aea491e4e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7589A-D6EB-496B-9D2A-1F0BD270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QUOTA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C2F92-0940-4DA8-87D5-D87DE10E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09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Fair usage.</a:t>
            </a:r>
          </a:p>
          <a:p xmlns:a="http://schemas.openxmlformats.org/drawingml/2006/main">
            <a:pPr algn="l"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Reliable billing.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25F62-CE7D-4B93-8719-CF5B19E2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</a:defRPr>
            </a:pPr>
            <a:r>
              <a:rPr sz="1875" b="0">
                <a:solidFill>
                  <a:srgbClr val="64748B"/>
                </a:solidFill>
              </a:rPr>
              <a:t>A Java-based multi-tenant resource quota and cost-allocation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65459-5FBF-487B-B2D9-E9FE796A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38250"/>
            <a:ext cx="3143250" cy="4000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EDF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A2B4A-7B4F-420A-BA55-0798C608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10,000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61D1F-84F8-4ED1-BFBE-21A7E772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API calls / month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DBD71-D666-46A2-91E3-18FA7907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80%  WARNING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78718-FF9D-4417-A090-0E1E3515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29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90%  CRITICAL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6B983-1D20-476D-A03E-18FD8FBF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243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100%  BLOCK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E898F-919E-442C-8985-452D3284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Tejashri Bambal</a:t>
            </a:r>
          </a:p>
        </p:txBody>
      </p:sp>
    </p:spTree>
    <p:extLst>
      <p:ext uri="{BB962C8B-B14F-4D97-AF65-F5344CB8AC3E}">
        <p14:creationId xmlns:p14="http://schemas.microsoft.com/office/powerpoint/2010/main" val="146518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C3CD6-1DBD-41F9-A56A-D7A47C02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AD603-A914-40E7-AFD8-27904E8A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One noisy customer can affect every tenant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AE8D2-40D9-4B45-ABBE-875B694F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921AD-BB86-4FDB-A1F5-D4D9FBB7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Shared SaaS systems need to answer three questions in real time: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82649-E5DD-41DB-BB44-603DDFDF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0CE48-94EB-4F72-BA55-2543855C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860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Who consumed the resource?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A48CB-7263-47A3-803E-6DB9DC02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2413D-6D20-4F9F-9E64-FB180FB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Has the tenant crossed its limit?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4893A-B002-4F30-8FA0-822042D6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0130B-F643-4127-8FDF-6FE105BB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624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F172A"/>
                </a:solidFill>
              </a:defRPr>
            </a:pPr>
            <a:r>
              <a:rPr sz="1950" b="0">
                <a:solidFill>
                  <a:srgbClr val="0F172A"/>
                </a:solidFill>
              </a:rPr>
              <a:t>What usage should appear on the bill?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BA94A-FA53-4E2B-986F-AE2F8455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381250" cy="2952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04BDE-D381-4BA5-9A46-20A19CC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Without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FF1E6-7BB8-4094-A074-EA7BFEB2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90875"/>
            <a:ext cx="1762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DBEAFE"/>
                </a:solidFill>
              </a:defRPr>
            </a:pPr>
            <a:r>
              <a:rPr sz="1725" b="0">
                <a:solidFill>
                  <a:srgbClr val="DBEAFE"/>
                </a:solidFill>
              </a:rPr>
              <a:t>overload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DBEAFE"/>
                </a:solidFill>
              </a:defRPr>
            </a:pPr>
            <a:r>
              <a:rPr sz="1725" b="0">
                <a:solidFill>
                  <a:srgbClr val="DBEAFE"/>
                </a:solidFill>
              </a:rPr>
              <a:t>unfair usage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DBEAFE"/>
                </a:solidFill>
              </a:defRPr>
            </a:pPr>
            <a:r>
              <a:rPr sz="1725" b="0">
                <a:solidFill>
                  <a:srgbClr val="DBEAFE"/>
                </a:solidFill>
              </a:rPr>
              <a:t>billing disputes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D53C7-FDB6-43A0-87BB-696625E9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QUOTA FLOW   •   2</a:t>
            </a:r>
          </a:p>
        </p:txBody>
      </p:sp>
    </p:spTree>
    <p:extLst>
      <p:ext uri="{BB962C8B-B14F-4D97-AF65-F5344CB8AC3E}">
        <p14:creationId xmlns:p14="http://schemas.microsoft.com/office/powerpoint/2010/main" val="1093615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F9BDF-6683-438F-B098-22B6B3E0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D8BA0-F8FD-4CB4-A3D4-06AC7FDF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Quota Flow makes every usage decision accountable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3B396-BA17-459E-A53D-16855BC9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03717-74DD-4786-B4C6-88BF99A6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B6DC0-2E8C-4304-B02C-B7AADDDC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JavaFX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role dashboards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6D659-5E5B-4932-A82B-5BC00D73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289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00E3E-571B-4828-A7D9-F607F2D1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EDF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F4EC9-656F-479B-832E-F8C60698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Spring Boot</a:t>
            </a:r>
          </a:p>
          <a:p xmlns:a="http://schemas.openxmlformats.org/drawingml/2006/main">
            <a:pPr algn="ctr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JWT + 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5A660-7219-47A7-85FF-5D1BA05F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289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2661C-8E15-4EAC-AD3C-BD4E4278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614B1-81E0-43B7-B053-0DEF1115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Redis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atomic counters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809D8-E055-47F8-87A9-F869BFCA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8A539-CFE1-4D09-B706-0A19D6CC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28875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7DECB-1F40-4D7A-9473-8B01CF0E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575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PostgreSQL</a:t>
            </a:r>
          </a:p>
          <a:p xmlns:a="http://schemas.openxmlformats.org/drawingml/2006/main">
            <a:pPr algn="ct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permanent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C001F-44D0-4122-A0DE-0C35DC03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Every accepted and denied request becomes auditable billing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5399A3-2C75-416D-9041-E68CEEC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QUOTA FLOW   •   3</a:t>
            </a:r>
          </a:p>
        </p:txBody>
      </p:sp>
    </p:spTree>
    <p:extLst>
      <p:ext uri="{BB962C8B-B14F-4D97-AF65-F5344CB8AC3E}">
        <p14:creationId xmlns:p14="http://schemas.microsoft.com/office/powerpoint/2010/main" val="1650056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6C5DF-0128-4EBB-BA82-52D85D34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LIVE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3C606-2FFD-4AA0-AE86-6150D33E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ABC Logistics sees risk before service is disrupted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EFF07-FE39-416F-A586-1955E8E0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236CF-54D4-4413-942F-93723823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Parcel-tracking API quota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9D66E-0429-4D79-AA4A-B2DB5933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9,010 / 10,000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9EFCC-54DC-4266-843C-C7675A5F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858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53A8A-AA0A-4FAC-B25E-CEF2809F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181725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11FAA-9A44-4281-B0B0-C5BCBE62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90.1% — CRITICAL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3965F-FB6B-4E19-8933-90DBFAD3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7706"/>
                </a:solidFill>
              </a:defRPr>
            </a:pPr>
            <a:r>
              <a:rPr sz="2250" b="1">
                <a:solidFill>
                  <a:srgbClr val="D97706"/>
                </a:solidFill>
              </a:rPr>
              <a:t>80%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4B825-EC19-4045-B377-8E0D8050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Warning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C241A-1C26-4C84-8E14-29BE4683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098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Teams can react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2A663-D825-4966-9141-91E81CDE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C2626"/>
                </a:solidFill>
              </a:defRPr>
            </a:pPr>
            <a:r>
              <a:rPr sz="2250" b="1">
                <a:solidFill>
                  <a:srgbClr val="DC2626"/>
                </a:solidFill>
              </a:rPr>
              <a:t>90%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CA62E-7864-4E98-A06B-813B25F5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38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Critical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11421-49E9-4175-9A14-EDCCB99C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00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Upgrade or optimize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65E02-0FAB-4CB3-B6BD-1B0B4F19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A105D-6EBD-4092-AB0D-57573C03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291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Blocked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27479-C099-4AC3-806A-26E67E87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910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Platform stays protected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D82CC-07FB-425A-9276-3D5E920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QUOTA FLOW   •   4</a:t>
            </a:r>
          </a:p>
        </p:txBody>
      </p:sp>
    </p:spTree>
    <p:extLst>
      <p:ext uri="{BB962C8B-B14F-4D97-AF65-F5344CB8AC3E}">
        <p14:creationId xmlns:p14="http://schemas.microsoft.com/office/powerpoint/2010/main" val="8165381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0E58B-1E34-4B2C-8B3C-634F9A2A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ENGINEERING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A6E97-A350-461B-A4AA-5CB665E6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Atomic enforcement keeps concurrency honest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114FD-FBEA-4D31-BA18-ED6D5B6E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F7942-43A1-4EF8-96F0-F4A0D3A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4AD71-8A96-4AA8-8C4D-A00E0CD5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19300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Redis Lua performs check + increment as one atomic 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B9879-DF72-4BB0-9DE6-12B93383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1CB11-A533-4E13-92ED-BE4322C6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19425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Idempotent request IDs prevent duplicate charging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23487-BDE1-4357-B6C2-363B740E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A31A8-3826-46FA-AEA9-1310546F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19550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Month-scoped keys reset usage without deleting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D29DB-D380-452F-94B6-B2D84B72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3810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EDF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43CF8-92F7-44DC-A198-258F0289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8A7A4-3D09-4A83-9EAF-50D1B167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200 concurrent 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04F32-D29F-4BB2-AB56-91043D65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</a:defRPr>
            </a:pPr>
            <a:r>
              <a:rPr sz="1950" b="1">
                <a:solidFill>
                  <a:srgbClr val="16A34A"/>
                </a:solidFill>
              </a:rPr>
              <a:t>100 accepted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36401-D696-4D9F-86BF-A4115AF8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386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0 quota overruns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630FE-1CFE-41F2-B808-616DD58E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QUOTA FLOW   •   5</a:t>
            </a:r>
          </a:p>
        </p:txBody>
      </p:sp>
    </p:spTree>
    <p:extLst>
      <p:ext uri="{BB962C8B-B14F-4D97-AF65-F5344CB8AC3E}">
        <p14:creationId xmlns:p14="http://schemas.microsoft.com/office/powerpoint/2010/main" val="1858657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3EFA7-F0B8-4059-A26D-DEFB6793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DE426-A0AF-4B9F-8288-DB87D341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One application serves two trusted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3E5CD-E779-47BE-AD94-75D59FE1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57458-3469-4D2D-A42C-05D8CB9F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0">
            <a:solidFill>
              <a:srgbClr val="EDF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169F8-B080-4C23-8BCF-D4BE6F73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PLATFORM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DD6E7-EC89-43ED-A5B1-5DE2579C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3810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All tenants and plans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Create plans and tenants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Verify audit-chain integrity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B082E-3D69-4D63-BB74-322CA3F7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955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CF155-1995-4698-976E-0CECF03A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288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TENANT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43E5D-7AE5-4F7F-97EE-C1BD7260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3810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Own-company usage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Charts, alerts and simulator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Billing + PDF invoice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B6B73-367A-429A-B7D3-3167225C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6737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The backend enforces isolation—even direct API calls cannot bypass 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44D77-0909-478E-BB94-12E56750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QUOTA FLOW   •   6</a:t>
            </a:r>
          </a:p>
        </p:txBody>
      </p:sp>
    </p:spTree>
    <p:extLst>
      <p:ext uri="{BB962C8B-B14F-4D97-AF65-F5344CB8AC3E}">
        <p14:creationId xmlns:p14="http://schemas.microsoft.com/office/powerpoint/2010/main" val="520074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8B7FE-6FE6-4528-B314-434DF704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QUOTA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9C63B-2B97-4452-95AF-8E215426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 control plane for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responsible SaaS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DD701-AE40-42DF-BE42-98C68FE4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CBD5E1"/>
                </a:solidFill>
              </a:rPr>
              <a:t>Real-time metering  •  Fair enforcement  •  Billing-ready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8CDC0-889E-4E0F-BE56-3B6E984A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F88C5-9F8F-4568-8DE5-22C6DEE0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Built entirely with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0BBE6-B4F0-456E-B4B0-CC2E63B8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</a:defRPr>
            </a:pPr>
            <a:r>
              <a:rPr sz="1500" b="1">
                <a:solidFill>
                  <a:srgbClr val="6DCBF4"/>
                </a:solidFill>
              </a:rPr>
              <a:t>Demo: live usage → quota decision → dashboard → invoice</a:t>
            </a:r>
          </a:p>
        </p:txBody>
      </p:sp>
    </p:spTree>
    <p:extLst>
      <p:ext uri="{BB962C8B-B14F-4D97-AF65-F5344CB8AC3E}">
        <p14:creationId xmlns:p14="http://schemas.microsoft.com/office/powerpoint/2010/main" val="14301146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2026-09-04T17:21:31.5990000Z</dcterms:created>
  <dcterms:modified xsi:type="dcterms:W3CDTF">2026-09-04T17:21:31.5990000Z</dcterms:modified>
</coreProperties>
</file>